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5131" r:id="rId2"/>
    <p:sldId id="5121" r:id="rId3"/>
    <p:sldId id="5571" r:id="rId4"/>
    <p:sldId id="5572" r:id="rId5"/>
    <p:sldId id="5573" r:id="rId6"/>
    <p:sldId id="5574" r:id="rId7"/>
    <p:sldId id="5575" r:id="rId8"/>
    <p:sldId id="5576" r:id="rId9"/>
    <p:sldId id="5577" r:id="rId10"/>
    <p:sldId id="5578" r:id="rId11"/>
    <p:sldId id="5579" r:id="rId12"/>
    <p:sldId id="5580" r:id="rId13"/>
    <p:sldId id="5581" r:id="rId14"/>
    <p:sldId id="5582" r:id="rId15"/>
    <p:sldId id="5564" r:id="rId16"/>
  </p:sldIdLst>
  <p:sldSz cx="10799763" cy="6913563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dex" id="{A8725D10-7D3F-D046-8254-4B9F5E2A9397}">
          <p14:sldIdLst>
            <p14:sldId id="5131"/>
            <p14:sldId id="5121"/>
            <p14:sldId id="5571"/>
            <p14:sldId id="5572"/>
            <p14:sldId id="5573"/>
            <p14:sldId id="5574"/>
            <p14:sldId id="5575"/>
            <p14:sldId id="5576"/>
            <p14:sldId id="5577"/>
            <p14:sldId id="5578"/>
            <p14:sldId id="5579"/>
            <p14:sldId id="5580"/>
            <p14:sldId id="5581"/>
            <p14:sldId id="5582"/>
            <p14:sldId id="556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49" userDrawn="1">
          <p15:clr>
            <a:srgbClr val="A4A3A4"/>
          </p15:clr>
        </p15:guide>
        <p15:guide id="2" orient="horz" pos="3720" userDrawn="1">
          <p15:clr>
            <a:srgbClr val="A4A3A4"/>
          </p15:clr>
        </p15:guide>
        <p15:guide id="3" pos="3379" userDrawn="1">
          <p15:clr>
            <a:srgbClr val="A4A3A4"/>
          </p15:clr>
        </p15:guide>
        <p15:guide id="4" orient="horz" pos="387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B9BD5"/>
    <a:srgbClr val="990000"/>
    <a:srgbClr val="FF66FF"/>
    <a:srgbClr val="B2B2B2"/>
    <a:srgbClr val="1E3365"/>
    <a:srgbClr val="000000"/>
    <a:srgbClr val="002060"/>
    <a:srgbClr val="D9D9D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750" autoAdjust="0"/>
    <p:restoredTop sz="93447" autoAdjust="0"/>
  </p:normalViewPr>
  <p:slideViewPr>
    <p:cSldViewPr snapToGrid="0">
      <p:cViewPr varScale="1">
        <p:scale>
          <a:sx n="69" d="100"/>
          <a:sy n="69" d="100"/>
        </p:scale>
        <p:origin x="528" y="36"/>
      </p:cViewPr>
      <p:guideLst>
        <p:guide orient="horz" pos="749"/>
        <p:guide orient="horz" pos="3720"/>
        <p:guide pos="3379"/>
        <p:guide orient="horz" pos="387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471055"/>
          </a:xfrm>
          <a:prstGeom prst="rect">
            <a:avLst/>
          </a:prstGeom>
        </p:spPr>
        <p:txBody>
          <a:bodyPr vert="horz" lIns="94228" tIns="47114" rIns="94228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471055"/>
          </a:xfrm>
          <a:prstGeom prst="rect">
            <a:avLst/>
          </a:prstGeom>
        </p:spPr>
        <p:txBody>
          <a:bodyPr vert="horz" lIns="94228" tIns="47114" rIns="94228" bIns="47114" rtlCol="0"/>
          <a:lstStyle>
            <a:lvl1pPr algn="r">
              <a:defRPr sz="1200"/>
            </a:lvl1pPr>
          </a:lstStyle>
          <a:p>
            <a:fld id="{A15D574A-40A8-4236-913B-C868E2CA4F3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76325" y="1173163"/>
            <a:ext cx="4949825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8" tIns="47114" rIns="94228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3"/>
            <a:ext cx="5681980" cy="3696712"/>
          </a:xfrm>
          <a:prstGeom prst="rect">
            <a:avLst/>
          </a:prstGeom>
        </p:spPr>
        <p:txBody>
          <a:bodyPr vert="horz" lIns="94228" tIns="47114" rIns="94228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917423"/>
            <a:ext cx="3077739" cy="471054"/>
          </a:xfrm>
          <a:prstGeom prst="rect">
            <a:avLst/>
          </a:prstGeom>
        </p:spPr>
        <p:txBody>
          <a:bodyPr vert="horz" lIns="94228" tIns="47114" rIns="94228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8917423"/>
            <a:ext cx="3077739" cy="471054"/>
          </a:xfrm>
          <a:prstGeom prst="rect">
            <a:avLst/>
          </a:prstGeom>
        </p:spPr>
        <p:txBody>
          <a:bodyPr vert="horz" lIns="94228" tIns="47114" rIns="94228" bIns="47114" rtlCol="0" anchor="b"/>
          <a:lstStyle>
            <a:lvl1pPr algn="r">
              <a:defRPr sz="1200"/>
            </a:lvl1pPr>
          </a:lstStyle>
          <a:p>
            <a:fld id="{5248034C-C819-4A56-9ACD-727C4ECA17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29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71" y="1131456"/>
            <a:ext cx="8099822" cy="2406944"/>
          </a:xfrm>
        </p:spPr>
        <p:txBody>
          <a:bodyPr anchor="b"/>
          <a:lstStyle>
            <a:lvl1pPr algn="ctr">
              <a:defRPr sz="5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71" y="3631221"/>
            <a:ext cx="8099822" cy="1669177"/>
          </a:xfrm>
        </p:spPr>
        <p:txBody>
          <a:bodyPr/>
          <a:lstStyle>
            <a:lvl1pPr marL="0" indent="0" algn="ctr">
              <a:buNone/>
              <a:defRPr sz="2126"/>
            </a:lvl1pPr>
            <a:lvl2pPr marL="404988" indent="0" algn="ctr">
              <a:buNone/>
              <a:defRPr sz="1772"/>
            </a:lvl2pPr>
            <a:lvl3pPr marL="809976" indent="0" algn="ctr">
              <a:buNone/>
              <a:defRPr sz="1594"/>
            </a:lvl3pPr>
            <a:lvl4pPr marL="1214963" indent="0" algn="ctr">
              <a:buNone/>
              <a:defRPr sz="1417"/>
            </a:lvl4pPr>
            <a:lvl5pPr marL="1619951" indent="0" algn="ctr">
              <a:buNone/>
              <a:defRPr sz="1417"/>
            </a:lvl5pPr>
            <a:lvl6pPr marL="2024939" indent="0" algn="ctr">
              <a:buNone/>
              <a:defRPr sz="1417"/>
            </a:lvl6pPr>
            <a:lvl7pPr marL="2429927" indent="0" algn="ctr">
              <a:buNone/>
              <a:defRPr sz="1417"/>
            </a:lvl7pPr>
            <a:lvl8pPr marL="2834914" indent="0" algn="ctr">
              <a:buNone/>
              <a:defRPr sz="1417"/>
            </a:lvl8pPr>
            <a:lvl9pPr marL="3239902" indent="0" algn="ctr">
              <a:buNone/>
              <a:defRPr sz="141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7196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998" y="260908"/>
            <a:ext cx="5635127" cy="916506"/>
          </a:xfrm>
        </p:spPr>
        <p:txBody>
          <a:bodyPr>
            <a:noAutofit/>
          </a:bodyPr>
          <a:lstStyle>
            <a:lvl1pPr>
              <a:defRPr sz="3600">
                <a:latin typeface="Century Gothic" panose="020B0502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42484" y="1537855"/>
            <a:ext cx="9314796" cy="468915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  <p:sp>
        <p:nvSpPr>
          <p:cNvPr id="7" name="Snip Same Side Corner Rectangle 6">
            <a:extLst>
              <a:ext uri="{FF2B5EF4-FFF2-40B4-BE49-F238E27FC236}">
                <a16:creationId xmlns:a16="http://schemas.microsoft.com/office/drawing/2014/main" id="{323EA361-8FC0-8C44-B776-3365E0FF657D}"/>
              </a:ext>
            </a:extLst>
          </p:cNvPr>
          <p:cNvSpPr/>
          <p:nvPr userDrawn="1"/>
        </p:nvSpPr>
        <p:spPr>
          <a:xfrm>
            <a:off x="0" y="6457950"/>
            <a:ext cx="10799763" cy="455613"/>
          </a:xfrm>
          <a:prstGeom prst="snip2Same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DADBB2-76F4-7748-9F8A-D879F268528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1" y="6569935"/>
            <a:ext cx="1079976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latinLnBrk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defRPr sz="2800">
                <a:solidFill>
                  <a:schemeClr val="tx1"/>
                </a:solidFill>
                <a:latin typeface="Segoe UI" panose="020B0502040204020203" pitchFamily="34" charset="0"/>
                <a:ea typeface="Malgun Gothic" panose="020B0503020000020004" pitchFamily="34" charset="-127"/>
              </a:defRPr>
            </a:lvl1pPr>
            <a:lvl2pPr marL="742950" indent="-285750" latinLnBrk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2pPr>
            <a:lvl3pPr marL="1143000" indent="-228600" latinLnBrk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3pPr>
            <a:lvl4pPr marL="1600200" indent="-228600" latinLnBrk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4pPr>
            <a:lvl5pPr marL="2057400" indent="-228600" latinLnBrk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5pPr>
            <a:lvl6pPr marL="2514600" indent="-22860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6pPr>
            <a:lvl7pPr marL="2971800" indent="-22860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7pPr>
            <a:lvl8pPr marL="3429000" indent="-22860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8pPr>
            <a:lvl9pPr marL="3886200" indent="-228600" eaLnBrk="0" fontAlgn="base" latinLnBrk="1" hangingPunct="0">
              <a:lnSpc>
                <a:spcPct val="90000"/>
              </a:lnSpc>
              <a:spcBef>
                <a:spcPct val="3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Malgun Gothic" panose="020B0503020000020004" pitchFamily="34" charset="-127"/>
                <a:ea typeface="Malgun Gothic" panose="020B0503020000020004" pitchFamily="34" charset="-127"/>
              </a:defRPr>
            </a:lvl9pPr>
          </a:lstStyle>
          <a:p>
            <a:pPr algn="ctr" latinLnBrk="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altLang="en-US" sz="1400" dirty="0">
                <a:solidFill>
                  <a:schemeClr val="bg1"/>
                </a:solidFill>
                <a:latin typeface="Century Gothic" panose="020B0502020202020204" pitchFamily="34" charset="0"/>
                <a:ea typeface="ＭＳ Ｐゴシック" panose="020B0600070205080204" pitchFamily="34" charset="-128"/>
              </a:rPr>
              <a:t>Integrity   |    Change    |    Team Work    |    Service Excellence    |    Innovative    |     Passionate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06B984C-0630-0143-80E2-53CD977668D4}"/>
              </a:ext>
            </a:extLst>
          </p:cNvPr>
          <p:cNvGrpSpPr/>
          <p:nvPr userDrawn="1"/>
        </p:nvGrpSpPr>
        <p:grpSpPr>
          <a:xfrm>
            <a:off x="6741994" y="244566"/>
            <a:ext cx="3889739" cy="456767"/>
            <a:chOff x="4909186" y="157382"/>
            <a:chExt cx="5736195" cy="556705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7D631E8A-F590-7341-8F6E-195AD466DF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09186" y="157382"/>
              <a:ext cx="2252980" cy="556705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26A192D0-CDBE-2940-89E0-66D026C8362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533005" y="266701"/>
              <a:ext cx="3112376" cy="438150"/>
            </a:xfrm>
            <a:prstGeom prst="rect">
              <a:avLst/>
            </a:prstGeom>
          </p:spPr>
        </p:pic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F2650A39-FE05-B047-92B0-A71D5AF92567}"/>
                </a:ext>
              </a:extLst>
            </p:cNvPr>
            <p:cNvCxnSpPr/>
            <p:nvPr/>
          </p:nvCxnSpPr>
          <p:spPr>
            <a:xfrm>
              <a:off x="7347585" y="311001"/>
              <a:ext cx="0" cy="403086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13" name="Picture 2" descr="Hasil gambar untuk arrow png">
            <a:extLst>
              <a:ext uri="{FF2B5EF4-FFF2-40B4-BE49-F238E27FC236}">
                <a16:creationId xmlns:a16="http://schemas.microsoft.com/office/drawing/2014/main" id="{FEBDA115-6F0B-DD4E-95D6-E024C66260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email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89572" y="260908"/>
            <a:ext cx="591557" cy="424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1006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859" y="1723591"/>
            <a:ext cx="9314796" cy="2875850"/>
          </a:xfrm>
        </p:spPr>
        <p:txBody>
          <a:bodyPr anchor="b"/>
          <a:lstStyle>
            <a:lvl1pPr>
              <a:defRPr sz="531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859" y="4626647"/>
            <a:ext cx="9314796" cy="1512341"/>
          </a:xfrm>
        </p:spPr>
        <p:txBody>
          <a:bodyPr/>
          <a:lstStyle>
            <a:lvl1pPr marL="0" indent="0">
              <a:buNone/>
              <a:defRPr sz="2126">
                <a:solidFill>
                  <a:schemeClr val="tx1">
                    <a:tint val="75000"/>
                  </a:schemeClr>
                </a:solidFill>
              </a:defRPr>
            </a:lvl1pPr>
            <a:lvl2pPr marL="404988" indent="0">
              <a:buNone/>
              <a:defRPr sz="1772">
                <a:solidFill>
                  <a:schemeClr val="tx1">
                    <a:tint val="75000"/>
                  </a:schemeClr>
                </a:solidFill>
              </a:defRPr>
            </a:lvl2pPr>
            <a:lvl3pPr marL="809976" indent="0">
              <a:buNone/>
              <a:defRPr sz="1594">
                <a:solidFill>
                  <a:schemeClr val="tx1">
                    <a:tint val="75000"/>
                  </a:schemeClr>
                </a:solidFill>
              </a:defRPr>
            </a:lvl3pPr>
            <a:lvl4pPr marL="1214963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4pPr>
            <a:lvl5pPr marL="1619951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5pPr>
            <a:lvl6pPr marL="2024939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6pPr>
            <a:lvl7pPr marL="242992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7pPr>
            <a:lvl8pPr marL="2834914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8pPr>
            <a:lvl9pPr marL="3239902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93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484" y="1840416"/>
            <a:ext cx="4589899" cy="4386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67380" y="1840416"/>
            <a:ext cx="4589899" cy="4386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49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0" y="368084"/>
            <a:ext cx="9314796" cy="133630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3891" y="1694784"/>
            <a:ext cx="4568806" cy="830587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891" y="2525371"/>
            <a:ext cx="4568806" cy="3714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67380" y="1694784"/>
            <a:ext cx="4591306" cy="830587"/>
          </a:xfrm>
        </p:spPr>
        <p:txBody>
          <a:bodyPr anchor="b"/>
          <a:lstStyle>
            <a:lvl1pPr marL="0" indent="0">
              <a:buNone/>
              <a:defRPr sz="2126" b="1"/>
            </a:lvl1pPr>
            <a:lvl2pPr marL="404988" indent="0">
              <a:buNone/>
              <a:defRPr sz="1772" b="1"/>
            </a:lvl2pPr>
            <a:lvl3pPr marL="809976" indent="0">
              <a:buNone/>
              <a:defRPr sz="1594" b="1"/>
            </a:lvl3pPr>
            <a:lvl4pPr marL="1214963" indent="0">
              <a:buNone/>
              <a:defRPr sz="1417" b="1"/>
            </a:lvl4pPr>
            <a:lvl5pPr marL="1619951" indent="0">
              <a:buNone/>
              <a:defRPr sz="1417" b="1"/>
            </a:lvl5pPr>
            <a:lvl6pPr marL="2024939" indent="0">
              <a:buNone/>
              <a:defRPr sz="1417" b="1"/>
            </a:lvl6pPr>
            <a:lvl7pPr marL="2429927" indent="0">
              <a:buNone/>
              <a:defRPr sz="1417" b="1"/>
            </a:lvl7pPr>
            <a:lvl8pPr marL="2834914" indent="0">
              <a:buNone/>
              <a:defRPr sz="1417" b="1"/>
            </a:lvl8pPr>
            <a:lvl9pPr marL="3239902" indent="0">
              <a:buNone/>
              <a:defRPr sz="141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67380" y="2525371"/>
            <a:ext cx="4591306" cy="3714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7796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801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826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60904"/>
            <a:ext cx="3483204" cy="1613165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1306" y="995425"/>
            <a:ext cx="5467380" cy="4913111"/>
          </a:xfrm>
        </p:spPr>
        <p:txBody>
          <a:bodyPr/>
          <a:lstStyle>
            <a:lvl1pPr>
              <a:defRPr sz="2835"/>
            </a:lvl1pPr>
            <a:lvl2pPr>
              <a:defRPr sz="2480"/>
            </a:lvl2pPr>
            <a:lvl3pPr>
              <a:defRPr sz="2126"/>
            </a:lvl3pPr>
            <a:lvl4pPr>
              <a:defRPr sz="1772"/>
            </a:lvl4pPr>
            <a:lvl5pPr>
              <a:defRPr sz="1772"/>
            </a:lvl5pPr>
            <a:lvl6pPr>
              <a:defRPr sz="1772"/>
            </a:lvl6pPr>
            <a:lvl7pPr>
              <a:defRPr sz="1772"/>
            </a:lvl7pPr>
            <a:lvl8pPr>
              <a:defRPr sz="1772"/>
            </a:lvl8pPr>
            <a:lvl9pPr>
              <a:defRPr sz="177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2074069"/>
            <a:ext cx="3483204" cy="3842469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862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3891" y="460904"/>
            <a:ext cx="3483204" cy="1613165"/>
          </a:xfrm>
        </p:spPr>
        <p:txBody>
          <a:bodyPr anchor="b"/>
          <a:lstStyle>
            <a:lvl1pPr>
              <a:defRPr sz="283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91306" y="995425"/>
            <a:ext cx="5467380" cy="4913111"/>
          </a:xfrm>
        </p:spPr>
        <p:txBody>
          <a:bodyPr anchor="t"/>
          <a:lstStyle>
            <a:lvl1pPr marL="0" indent="0">
              <a:buNone/>
              <a:defRPr sz="2835"/>
            </a:lvl1pPr>
            <a:lvl2pPr marL="404988" indent="0">
              <a:buNone/>
              <a:defRPr sz="2480"/>
            </a:lvl2pPr>
            <a:lvl3pPr marL="809976" indent="0">
              <a:buNone/>
              <a:defRPr sz="2126"/>
            </a:lvl3pPr>
            <a:lvl4pPr marL="1214963" indent="0">
              <a:buNone/>
              <a:defRPr sz="1772"/>
            </a:lvl4pPr>
            <a:lvl5pPr marL="1619951" indent="0">
              <a:buNone/>
              <a:defRPr sz="1772"/>
            </a:lvl5pPr>
            <a:lvl6pPr marL="2024939" indent="0">
              <a:buNone/>
              <a:defRPr sz="1772"/>
            </a:lvl6pPr>
            <a:lvl7pPr marL="2429927" indent="0">
              <a:buNone/>
              <a:defRPr sz="1772"/>
            </a:lvl7pPr>
            <a:lvl8pPr marL="2834914" indent="0">
              <a:buNone/>
              <a:defRPr sz="1772"/>
            </a:lvl8pPr>
            <a:lvl9pPr marL="3239902" indent="0">
              <a:buNone/>
              <a:defRPr sz="1772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43891" y="2074069"/>
            <a:ext cx="3483204" cy="3842469"/>
          </a:xfrm>
        </p:spPr>
        <p:txBody>
          <a:bodyPr/>
          <a:lstStyle>
            <a:lvl1pPr marL="0" indent="0">
              <a:buNone/>
              <a:defRPr sz="1417"/>
            </a:lvl1pPr>
            <a:lvl2pPr marL="404988" indent="0">
              <a:buNone/>
              <a:defRPr sz="1240"/>
            </a:lvl2pPr>
            <a:lvl3pPr marL="809976" indent="0">
              <a:buNone/>
              <a:defRPr sz="1063"/>
            </a:lvl3pPr>
            <a:lvl4pPr marL="1214963" indent="0">
              <a:buNone/>
              <a:defRPr sz="886"/>
            </a:lvl4pPr>
            <a:lvl5pPr marL="1619951" indent="0">
              <a:buNone/>
              <a:defRPr sz="886"/>
            </a:lvl5pPr>
            <a:lvl6pPr marL="2024939" indent="0">
              <a:buNone/>
              <a:defRPr sz="886"/>
            </a:lvl6pPr>
            <a:lvl7pPr marL="2429927" indent="0">
              <a:buNone/>
              <a:defRPr sz="886"/>
            </a:lvl7pPr>
            <a:lvl8pPr marL="2834914" indent="0">
              <a:buNone/>
              <a:defRPr sz="886"/>
            </a:lvl8pPr>
            <a:lvl9pPr marL="3239902" indent="0">
              <a:buNone/>
              <a:defRPr sz="88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8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63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728580" y="368083"/>
            <a:ext cx="2328699" cy="58589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484" y="368083"/>
            <a:ext cx="6851100" cy="58589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7735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484" y="368084"/>
            <a:ext cx="9314796" cy="1336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484" y="1840416"/>
            <a:ext cx="9314796" cy="4386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484" y="6407849"/>
            <a:ext cx="2429947" cy="368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E043BA-33CF-4E63-96EB-AEF46E334704}" type="datetimeFigureOut">
              <a:rPr lang="en-US" smtClean="0"/>
              <a:t>11/13/2025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77422" y="6407849"/>
            <a:ext cx="3644920" cy="368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7332" y="6407849"/>
            <a:ext cx="2429947" cy="3680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6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1B4AA4-8A12-465F-83FA-F863B0D727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229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809976" rtl="0" eaLnBrk="1" latinLnBrk="0" hangingPunct="1">
        <a:lnSpc>
          <a:spcPct val="90000"/>
        </a:lnSpc>
        <a:spcBef>
          <a:spcPct val="0"/>
        </a:spcBef>
        <a:buNone/>
        <a:defRPr sz="389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2494" indent="-202494" algn="l" defTabSz="809976" rtl="0" eaLnBrk="1" latinLnBrk="0" hangingPunct="1">
        <a:lnSpc>
          <a:spcPct val="90000"/>
        </a:lnSpc>
        <a:spcBef>
          <a:spcPts val="886"/>
        </a:spcBef>
        <a:buFont typeface="Arial" panose="020B0604020202020204" pitchFamily="34" charset="0"/>
        <a:buChar char="•"/>
        <a:defRPr sz="2480" kern="1200">
          <a:solidFill>
            <a:schemeClr val="tx1"/>
          </a:solidFill>
          <a:latin typeface="+mn-lt"/>
          <a:ea typeface="+mn-ea"/>
          <a:cs typeface="+mn-cs"/>
        </a:defRPr>
      </a:lvl1pPr>
      <a:lvl2pPr marL="607482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2126" kern="1200">
          <a:solidFill>
            <a:schemeClr val="tx1"/>
          </a:solidFill>
          <a:latin typeface="+mn-lt"/>
          <a:ea typeface="+mn-ea"/>
          <a:cs typeface="+mn-cs"/>
        </a:defRPr>
      </a:lvl2pPr>
      <a:lvl3pPr marL="1012469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772" kern="1200">
          <a:solidFill>
            <a:schemeClr val="tx1"/>
          </a:solidFill>
          <a:latin typeface="+mn-lt"/>
          <a:ea typeface="+mn-ea"/>
          <a:cs typeface="+mn-cs"/>
        </a:defRPr>
      </a:lvl3pPr>
      <a:lvl4pPr marL="1417457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822445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227433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632420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3037408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442396" indent="-202494" algn="l" defTabSz="809976" rtl="0" eaLnBrk="1" latinLnBrk="0" hangingPunct="1">
        <a:lnSpc>
          <a:spcPct val="90000"/>
        </a:lnSpc>
        <a:spcBef>
          <a:spcPts val="443"/>
        </a:spcBef>
        <a:buFont typeface="Arial" panose="020B0604020202020204" pitchFamily="34" charset="0"/>
        <a:buChar char="•"/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1pPr>
      <a:lvl2pPr marL="404988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2pPr>
      <a:lvl3pPr marL="809976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3pPr>
      <a:lvl4pPr marL="1214963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4pPr>
      <a:lvl5pPr marL="1619951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5pPr>
      <a:lvl6pPr marL="2024939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6pPr>
      <a:lvl7pPr marL="2429927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7pPr>
      <a:lvl8pPr marL="2834914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8pPr>
      <a:lvl9pPr marL="3239902" algn="l" defTabSz="809976" rtl="0" eaLnBrk="1" latinLnBrk="0" hangingPunct="1">
        <a:defRPr sz="159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Gambar terkait">
            <a:extLst>
              <a:ext uri="{FF2B5EF4-FFF2-40B4-BE49-F238E27FC236}">
                <a16:creationId xmlns:a16="http://schemas.microsoft.com/office/drawing/2014/main" id="{795690D9-3DA1-4FE0-BD27-8A730F1DC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-1" y="921838"/>
            <a:ext cx="10799763" cy="599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7354827-16CF-4251-B695-C0015B192F6C}"/>
              </a:ext>
            </a:extLst>
          </p:cNvPr>
          <p:cNvSpPr/>
          <p:nvPr/>
        </p:nvSpPr>
        <p:spPr>
          <a:xfrm>
            <a:off x="1633379" y="2261824"/>
            <a:ext cx="7930346" cy="2026710"/>
          </a:xfrm>
          <a:prstGeom prst="rect">
            <a:avLst/>
          </a:prstGeom>
          <a:solidFill>
            <a:srgbClr val="002060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JUDUL PERSENTASI</a:t>
            </a:r>
          </a:p>
          <a:p>
            <a:pPr algn="ctr"/>
            <a:r>
              <a:rPr lang="en-US" sz="3200" b="1" dirty="0">
                <a:solidFill>
                  <a:schemeClr val="bg1"/>
                </a:solidFill>
                <a:latin typeface="Century Gothic" panose="020B0502020202020204" pitchFamily="34" charset="0"/>
              </a:rPr>
              <a:t>ACCESS OPTIMIZATION</a:t>
            </a:r>
          </a:p>
        </p:txBody>
      </p:sp>
      <p:sp>
        <p:nvSpPr>
          <p:cNvPr id="6" name="Text Box 5">
            <a:extLst>
              <a:ext uri="{FF2B5EF4-FFF2-40B4-BE49-F238E27FC236}">
                <a16:creationId xmlns:a16="http://schemas.microsoft.com/office/drawing/2014/main" id="{EB84A283-21AF-496A-B31B-C6ADB53B97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8309" y="6008608"/>
            <a:ext cx="3907072" cy="854080"/>
          </a:xfrm>
          <a:prstGeom prst="rect">
            <a:avLst/>
          </a:prstGeom>
          <a:solidFill>
            <a:srgbClr val="002060">
              <a:alpha val="85000"/>
            </a:srgbClr>
          </a:solidFill>
          <a:ln>
            <a:noFill/>
          </a:ln>
          <a:effectLst/>
        </p:spPr>
        <p:txBody>
          <a:bodyPr anchor="ctr"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bg1"/>
                </a:solidFill>
                <a:latin typeface="+mn-lt"/>
                <a:ea typeface="+mn-ea"/>
              </a:rPr>
              <a:t>PT MORA TELEMATIKA INDONESIA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 err="1">
                <a:solidFill>
                  <a:schemeClr val="bg1"/>
                </a:solidFill>
                <a:latin typeface="+mn-lt"/>
                <a:ea typeface="+mn-ea"/>
              </a:rPr>
              <a:t>Grha</a:t>
            </a: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 9  6</a:t>
            </a:r>
            <a:r>
              <a:rPr lang="en-US" sz="1050" baseline="30000" dirty="0">
                <a:solidFill>
                  <a:schemeClr val="bg1"/>
                </a:solidFill>
                <a:latin typeface="+mn-lt"/>
                <a:ea typeface="+mn-ea"/>
              </a:rPr>
              <a:t>th</a:t>
            </a: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 Floor  </a:t>
            </a:r>
            <a:r>
              <a:rPr lang="en-US" sz="1050" dirty="0" err="1">
                <a:solidFill>
                  <a:schemeClr val="bg1"/>
                </a:solidFill>
                <a:latin typeface="+mn-lt"/>
                <a:ea typeface="+mn-ea"/>
              </a:rPr>
              <a:t>Jalan</a:t>
            </a: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 </a:t>
            </a:r>
            <a:r>
              <a:rPr lang="en-US" sz="1050" dirty="0" err="1">
                <a:solidFill>
                  <a:schemeClr val="bg1"/>
                </a:solidFill>
                <a:latin typeface="+mn-lt"/>
                <a:ea typeface="+mn-ea"/>
              </a:rPr>
              <a:t>Penataran</a:t>
            </a: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 No. 9 Jakarta </a:t>
            </a:r>
            <a:r>
              <a:rPr lang="en-US" sz="1050" dirty="0" err="1">
                <a:solidFill>
                  <a:schemeClr val="bg1"/>
                </a:solidFill>
                <a:latin typeface="+mn-lt"/>
                <a:ea typeface="+mn-ea"/>
              </a:rPr>
              <a:t>Pusat</a:t>
            </a: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 10320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050" dirty="0">
                <a:solidFill>
                  <a:schemeClr val="bg1"/>
                </a:solidFill>
                <a:latin typeface="+mn-lt"/>
                <a:ea typeface="+mn-ea"/>
              </a:rPr>
              <a:t>Phone: +62 21 3199 8600 Fax: +62 21 314 2882</a:t>
            </a:r>
          </a:p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050" dirty="0">
              <a:solidFill>
                <a:schemeClr val="bg1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495122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BF310-ECC9-4DDF-A9BF-088338368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2484" y="88632"/>
            <a:ext cx="6007141" cy="743289"/>
          </a:xfrm>
        </p:spPr>
        <p:txBody>
          <a:bodyPr>
            <a:normAutofit/>
          </a:bodyPr>
          <a:lstStyle/>
          <a:p>
            <a:r>
              <a:rPr lang="en-GB" sz="2800" b="1" u="sng" dirty="0">
                <a:solidFill>
                  <a:srgbClr val="00206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AGENDA</a:t>
            </a:r>
            <a:endParaRPr lang="en-US" sz="3189" b="1" u="sng" dirty="0">
              <a:solidFill>
                <a:srgbClr val="00206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6B149C-288E-46E6-AC10-7C2CEFAA86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042484" y="1189038"/>
            <a:ext cx="8609516" cy="14296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03741" indent="-30374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…..</a:t>
            </a:r>
          </a:p>
          <a:p>
            <a:pPr marL="303741" indent="-30374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…..</a:t>
            </a:r>
          </a:p>
          <a:p>
            <a:pPr marL="303741" indent="-303741">
              <a:lnSpc>
                <a:spcPct val="15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000" dirty="0">
                <a:solidFill>
                  <a:srgbClr val="00206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…..</a:t>
            </a:r>
          </a:p>
        </p:txBody>
      </p:sp>
    </p:spTree>
    <p:extLst>
      <p:ext uri="{BB962C8B-B14F-4D97-AF65-F5344CB8AC3E}">
        <p14:creationId xmlns:p14="http://schemas.microsoft.com/office/powerpoint/2010/main" val="242507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A35D4-0EB2-D935-6088-72C70201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DB00F-FE83-ACAE-8426-39566C0E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32724277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9801-9446-B7BF-2CCA-5DA0DC8127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B5B0A-2AF1-92F4-5B62-0A7747278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5897353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ED108-E030-1CBF-D50D-30E3929DA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001E3-CAB2-0051-35C4-B1839549E8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942435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2F7FE9-015C-94EB-FA43-A05B38C26A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65B2-E494-4EA9-D10E-7C3612019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808609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81BE91-45B0-AC9F-D0BB-390DB37EA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11FBD-3A5E-58EB-6642-A60B91F55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665006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BBE523-E079-39A6-BE8A-8576FC3E5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D8406-A0FA-A0BE-7F20-45E071BB7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3769719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FD221-DE85-DE8B-D451-A112802AE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A7FC-EBCB-5085-1980-8C481F6A0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31757312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3A21EC-AE1F-EA57-19BB-98B5518CE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4025B-652E-2DF0-262E-633193FA3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5171169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47D42B-A841-2DC6-6FB5-2FEAE813B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0D65B-5022-DC8F-B620-6B58EDD7E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894216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2F4E2-011E-F2C4-D5F2-0B4E91E45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DDC81-A70B-C659-2E8D-B323A36C4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26746544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7B08A-0308-3F31-7977-2522C2F78A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D0874-0FE4-9444-6948-8B618AFE0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7221202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DB26-D2FC-7DE3-9537-D28E1512B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62D8-C272-8B04-1F5F-0F3A8CB0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639" y="51661"/>
            <a:ext cx="5785661" cy="916506"/>
          </a:xfrm>
        </p:spPr>
        <p:txBody>
          <a:bodyPr/>
          <a:lstStyle/>
          <a:p>
            <a:r>
              <a:rPr lang="en-US" sz="2000" b="1" u="sng" dirty="0"/>
              <a:t>JUDUL PER HALAMAN</a:t>
            </a:r>
          </a:p>
        </p:txBody>
      </p:sp>
    </p:spTree>
    <p:extLst>
      <p:ext uri="{BB962C8B-B14F-4D97-AF65-F5344CB8AC3E}">
        <p14:creationId xmlns:p14="http://schemas.microsoft.com/office/powerpoint/2010/main" val="38941981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 dirty="0"/>
          </a:p>
        </p:txBody>
      </p:sp>
      <p:sp>
        <p:nvSpPr>
          <p:cNvPr id="22531" name="Content Placeholder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0816637" cy="6520933"/>
          </a:xfrm>
          <a:prstGeom prst="rect">
            <a:avLst/>
          </a:prstGeom>
          <a:solidFill>
            <a:srgbClr val="18174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lang="en-US" sz="1594" noProof="1"/>
          </a:p>
        </p:txBody>
      </p:sp>
      <p:grpSp>
        <p:nvGrpSpPr>
          <p:cNvPr id="22533" name="Group 6"/>
          <p:cNvGrpSpPr/>
          <p:nvPr/>
        </p:nvGrpSpPr>
        <p:grpSpPr bwMode="auto">
          <a:xfrm>
            <a:off x="0" y="5279241"/>
            <a:ext cx="10816637" cy="849356"/>
            <a:chOff x="2980083" y="5817704"/>
            <a:chExt cx="9515060" cy="1040296"/>
          </a:xfrm>
        </p:grpSpPr>
        <p:sp>
          <p:nvSpPr>
            <p:cNvPr id="6" name="Rectangle 5"/>
            <p:cNvSpPr/>
            <p:nvPr/>
          </p:nvSpPr>
          <p:spPr>
            <a:xfrm>
              <a:off x="2980083" y="5817704"/>
              <a:ext cx="9515060" cy="104029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defRPr/>
              </a:pPr>
              <a:endParaRPr lang="en-US" sz="1594" noProof="1"/>
            </a:p>
          </p:txBody>
        </p:sp>
        <p:pic>
          <p:nvPicPr>
            <p:cNvPr id="22536" name="Shape 259"/>
            <p:cNvPicPr preferRelativeResize="0"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60477" y="6020252"/>
              <a:ext cx="2245416" cy="547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22534" name="Picture 9"/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06656" y="3328816"/>
            <a:ext cx="4789582" cy="1705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246710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39510</TotalTime>
  <Words>74</Words>
  <Application>Microsoft Office PowerPoint</Application>
  <PresentationFormat>Custom</PresentationFormat>
  <Paragraphs>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Office Theme</vt:lpstr>
      <vt:lpstr>PowerPoint Presentation</vt:lpstr>
      <vt:lpstr>AGENDA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JUDUL PER HALAMAN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Margi Subagio</dc:creator>
  <cp:lastModifiedBy>Muhammad Suryadharma Yadya</cp:lastModifiedBy>
  <cp:revision>476</cp:revision>
  <cp:lastPrinted>2021-07-06T08:15:59Z</cp:lastPrinted>
  <dcterms:created xsi:type="dcterms:W3CDTF">2020-02-19T08:38:01Z</dcterms:created>
  <dcterms:modified xsi:type="dcterms:W3CDTF">2025-11-13T04:32:46Z</dcterms:modified>
</cp:coreProperties>
</file>